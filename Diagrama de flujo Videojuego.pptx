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8704A-92C4-96A7-A466-3F1836080C61}" v="87" dt="2026-08-31T23:56:39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Victoria Samayoa Valladares" userId="S::202205093@icvh.edu.gt::7c249ea1-852e-48d7-8c09-186b93058996" providerId="AD" clId="Web-{0928704A-92C4-96A7-A466-3F1836080C61}"/>
    <pc:docChg chg="modSld">
      <pc:chgData name="Maria Victoria Samayoa Valladares" userId="S::202205093@icvh.edu.gt::7c249ea1-852e-48d7-8c09-186b93058996" providerId="AD" clId="Web-{0928704A-92C4-96A7-A466-3F1836080C61}" dt="2026-08-31T23:56:39.642" v="56" actId="1076"/>
      <pc:docMkLst>
        <pc:docMk/>
      </pc:docMkLst>
      <pc:sldChg chg="addSp modSp">
        <pc:chgData name="Maria Victoria Samayoa Valladares" userId="S::202205093@icvh.edu.gt::7c249ea1-852e-48d7-8c09-186b93058996" providerId="AD" clId="Web-{0928704A-92C4-96A7-A466-3F1836080C61}" dt="2026-08-31T23:56:00.407" v="54" actId="1076"/>
        <pc:sldMkLst>
          <pc:docMk/>
          <pc:sldMk cId="0" sldId="256"/>
        </pc:sldMkLst>
        <pc:spChg chg="add mod">
          <ac:chgData name="Maria Victoria Samayoa Valladares" userId="S::202205093@icvh.edu.gt::7c249ea1-852e-48d7-8c09-186b93058996" providerId="AD" clId="Web-{0928704A-92C4-96A7-A466-3F1836080C61}" dt="2026-08-31T23:54:29.001" v="29" actId="1076"/>
          <ac:spMkLst>
            <pc:docMk/>
            <pc:sldMk cId="0" sldId="256"/>
            <ac:spMk id="3" creationId="{A9CD8123-A1D6-9C47-EE9B-097F4235ED15}"/>
          </ac:spMkLst>
        </pc:spChg>
        <pc:spChg chg="add mod">
          <ac:chgData name="Maria Victoria Samayoa Valladares" userId="S::202205093@icvh.edu.gt::7c249ea1-852e-48d7-8c09-186b93058996" providerId="AD" clId="Web-{0928704A-92C4-96A7-A466-3F1836080C61}" dt="2026-08-31T23:55:10.079" v="38" actId="1076"/>
          <ac:spMkLst>
            <pc:docMk/>
            <pc:sldMk cId="0" sldId="256"/>
            <ac:spMk id="7" creationId="{832D810E-9266-8C76-B3A9-A7DB74EED023}"/>
          </ac:spMkLst>
        </pc:spChg>
        <pc:spChg chg="add mod">
          <ac:chgData name="Maria Victoria Samayoa Valladares" userId="S::202205093@icvh.edu.gt::7c249ea1-852e-48d7-8c09-186b93058996" providerId="AD" clId="Web-{0928704A-92C4-96A7-A466-3F1836080C61}" dt="2026-08-31T23:55:25.845" v="50" actId="20577"/>
          <ac:spMkLst>
            <pc:docMk/>
            <pc:sldMk cId="0" sldId="256"/>
            <ac:spMk id="27" creationId="{CD56BFB6-020C-6A35-2D3E-518B41960EB2}"/>
          </ac:spMkLst>
        </pc:spChg>
        <pc:spChg chg="add mod">
          <ac:chgData name="Maria Victoria Samayoa Valladares" userId="S::202205093@icvh.edu.gt::7c249ea1-852e-48d7-8c09-186b93058996" providerId="AD" clId="Web-{0928704A-92C4-96A7-A466-3F1836080C61}" dt="2026-08-31T23:55:35.001" v="52" actId="1076"/>
          <ac:spMkLst>
            <pc:docMk/>
            <pc:sldMk cId="0" sldId="256"/>
            <ac:spMk id="28" creationId="{4F418CBA-5BEA-5EE1-6E93-B40C6F67031D}"/>
          </ac:spMkLst>
        </pc:spChg>
        <pc:spChg chg="add mod">
          <ac:chgData name="Maria Victoria Samayoa Valladares" userId="S::202205093@icvh.edu.gt::7c249ea1-852e-48d7-8c09-186b93058996" providerId="AD" clId="Web-{0928704A-92C4-96A7-A466-3F1836080C61}" dt="2026-08-31T23:56:00.407" v="54" actId="1076"/>
          <ac:spMkLst>
            <pc:docMk/>
            <pc:sldMk cId="0" sldId="256"/>
            <ac:spMk id="29" creationId="{CC809653-EC0D-56A3-34AE-ED2F2AF8EF39}"/>
          </ac:spMkLst>
        </pc:spChg>
      </pc:sldChg>
      <pc:sldChg chg="addSp modSp">
        <pc:chgData name="Maria Victoria Samayoa Valladares" userId="S::202205093@icvh.edu.gt::7c249ea1-852e-48d7-8c09-186b93058996" providerId="AD" clId="Web-{0928704A-92C4-96A7-A466-3F1836080C61}" dt="2026-08-31T23:56:39.642" v="56" actId="1076"/>
        <pc:sldMkLst>
          <pc:docMk/>
          <pc:sldMk cId="0" sldId="257"/>
        </pc:sldMkLst>
        <pc:spChg chg="add mod">
          <ac:chgData name="Maria Victoria Samayoa Valladares" userId="S::202205093@icvh.edu.gt::7c249ea1-852e-48d7-8c09-186b93058996" providerId="AD" clId="Web-{0928704A-92C4-96A7-A466-3F1836080C61}" dt="2026-08-31T23:56:39.642" v="56" actId="1076"/>
          <ac:spMkLst>
            <pc:docMk/>
            <pc:sldMk cId="0" sldId="257"/>
            <ac:spMk id="40" creationId="{33FF5C51-6044-65E2-B1B9-AD752464652D}"/>
          </ac:spMkLst>
        </pc:spChg>
      </pc:sldChg>
    </pc:docChg>
  </pc:docChgLst>
  <pc:docChgLst>
    <pc:chgData name="Maria Victoria Samayoa Valladares" userId="S::202205093@icvh.edu.gt::7c249ea1-852e-48d7-8c09-186b93058996" providerId="AD" clId="Web-{C1C1FA06-BD0E-96E2-5C31-9A84F835DDE8}"/>
    <pc:docChg chg="modSld">
      <pc:chgData name="Maria Victoria Samayoa Valladares" userId="S::202205093@icvh.edu.gt::7c249ea1-852e-48d7-8c09-186b93058996" providerId="AD" clId="Web-{C1C1FA06-BD0E-96E2-5C31-9A84F835DDE8}" dt="2026-08-28T00:21:49.625" v="5" actId="14100"/>
      <pc:docMkLst>
        <pc:docMk/>
      </pc:docMkLst>
      <pc:sldChg chg="modSp">
        <pc:chgData name="Maria Victoria Samayoa Valladares" userId="S::202205093@icvh.edu.gt::7c249ea1-852e-48d7-8c09-186b93058996" providerId="AD" clId="Web-{C1C1FA06-BD0E-96E2-5C31-9A84F835DDE8}" dt="2026-08-28T00:21:49.625" v="5" actId="14100"/>
        <pc:sldMkLst>
          <pc:docMk/>
          <pc:sldMk cId="0" sldId="256"/>
        </pc:sldMkLst>
        <pc:cxnChg chg="mod">
          <ac:chgData name="Maria Victoria Samayoa Valladares" userId="S::202205093@icvh.edu.gt::7c249ea1-852e-48d7-8c09-186b93058996" providerId="AD" clId="Web-{C1C1FA06-BD0E-96E2-5C31-9A84F835DDE8}" dt="2026-08-28T00:21:49.625" v="5" actId="14100"/>
          <ac:cxnSpMkLst>
            <pc:docMk/>
            <pc:sldMk cId="0" sldId="256"/>
            <ac:cxnSpMk id="18" creationId="{00000000-0000-0000-0000-000000000000}"/>
          </ac:cxnSpMkLst>
        </pc:cxnChg>
      </pc:sldChg>
    </pc:docChg>
  </pc:docChgLst>
  <pc:docChgLst>
    <pc:chgData name="Guest User" userId="S::urn:spo:tenantanon#40b11798-deba-4dd4-aa67-8c26f7b18b18::" providerId="AD" clId="Web-{F0E345E8-1800-B65B-3725-B020D1CDB0E5}"/>
    <pc:docChg chg="modSld">
      <pc:chgData name="Guest User" userId="S::urn:spo:tenantanon#40b11798-deba-4dd4-aa67-8c26f7b18b18::" providerId="AD" clId="Web-{F0E345E8-1800-B65B-3725-B020D1CDB0E5}" dt="2026-08-28T16:20:02.850" v="80" actId="1076"/>
      <pc:docMkLst>
        <pc:docMk/>
      </pc:docMkLst>
      <pc:sldChg chg="addSp delSp modSp">
        <pc:chgData name="Guest User" userId="S::urn:spo:tenantanon#40b11798-deba-4dd4-aa67-8c26f7b18b18::" providerId="AD" clId="Web-{F0E345E8-1800-B65B-3725-B020D1CDB0E5}" dt="2026-08-28T16:20:02.850" v="80" actId="1076"/>
        <pc:sldMkLst>
          <pc:docMk/>
          <pc:sldMk cId="0" sldId="257"/>
        </pc:sldMkLst>
        <pc:spChg chg="mod">
          <ac:chgData name="Guest User" userId="S::urn:spo:tenantanon#40b11798-deba-4dd4-aa67-8c26f7b18b18::" providerId="AD" clId="Web-{F0E345E8-1800-B65B-3725-B020D1CDB0E5}" dt="2026-08-28T16:09:53.335" v="30" actId="14100"/>
          <ac:spMkLst>
            <pc:docMk/>
            <pc:sldMk cId="0" sldId="257"/>
            <ac:spMk id="28" creationId="{00000000-0000-0000-0000-000000000000}"/>
          </ac:spMkLst>
        </pc:spChg>
        <pc:spChg chg="add mod">
          <ac:chgData name="Guest User" userId="S::urn:spo:tenantanon#40b11798-deba-4dd4-aa67-8c26f7b18b18::" providerId="AD" clId="Web-{F0E345E8-1800-B65B-3725-B020D1CDB0E5}" dt="2026-08-28T16:08:57.663" v="22" actId="1076"/>
          <ac:spMkLst>
            <pc:docMk/>
            <pc:sldMk cId="0" sldId="257"/>
            <ac:spMk id="34" creationId="{D4B0BFD6-4F5D-A818-526C-9881DE415EF7}"/>
          </ac:spMkLst>
        </pc:spChg>
        <pc:spChg chg="add mod">
          <ac:chgData name="Guest User" userId="S::urn:spo:tenantanon#40b11798-deba-4dd4-aa67-8c26f7b18b18::" providerId="AD" clId="Web-{F0E345E8-1800-B65B-3725-B020D1CDB0E5}" dt="2026-08-28T16:09:03.819" v="23" actId="1076"/>
          <ac:spMkLst>
            <pc:docMk/>
            <pc:sldMk cId="0" sldId="257"/>
            <ac:spMk id="35" creationId="{9CF8CF55-4275-D95D-AFB7-A8DE4ABBA1D8}"/>
          </ac:spMkLst>
        </pc:spChg>
        <pc:spChg chg="add mod">
          <ac:chgData name="Guest User" userId="S::urn:spo:tenantanon#40b11798-deba-4dd4-aa67-8c26f7b18b18::" providerId="AD" clId="Web-{F0E345E8-1800-B65B-3725-B020D1CDB0E5}" dt="2026-08-28T16:09:23.960" v="25" actId="1076"/>
          <ac:spMkLst>
            <pc:docMk/>
            <pc:sldMk cId="0" sldId="257"/>
            <ac:spMk id="36" creationId="{2D921749-EF68-EAAF-5788-155C66D5CE2B}"/>
          </ac:spMkLst>
        </pc:spChg>
        <pc:spChg chg="add mod">
          <ac:chgData name="Guest User" userId="S::urn:spo:tenantanon#40b11798-deba-4dd4-aa67-8c26f7b18b18::" providerId="AD" clId="Web-{F0E345E8-1800-B65B-3725-B020D1CDB0E5}" dt="2026-08-28T16:09:36.804" v="27" actId="1076"/>
          <ac:spMkLst>
            <pc:docMk/>
            <pc:sldMk cId="0" sldId="257"/>
            <ac:spMk id="37" creationId="{D2510F49-50B4-9CA8-6B6E-06E9AAA34D67}"/>
          </ac:spMkLst>
        </pc:spChg>
        <pc:spChg chg="add mod">
          <ac:chgData name="Guest User" userId="S::urn:spo:tenantanon#40b11798-deba-4dd4-aa67-8c26f7b18b18::" providerId="AD" clId="Web-{F0E345E8-1800-B65B-3725-B020D1CDB0E5}" dt="2026-08-28T16:20:02.850" v="80" actId="1076"/>
          <ac:spMkLst>
            <pc:docMk/>
            <pc:sldMk cId="0" sldId="257"/>
            <ac:spMk id="41" creationId="{59CEE51F-1686-0CB9-A6CC-388EB417A421}"/>
          </ac:spMkLst>
        </pc:spChg>
        <pc:cxnChg chg="mod">
          <ac:chgData name="Guest User" userId="S::urn:spo:tenantanon#40b11798-deba-4dd4-aa67-8c26f7b18b18::" providerId="AD" clId="Web-{F0E345E8-1800-B65B-3725-B020D1CDB0E5}" dt="2026-08-28T16:13:00.553" v="43" actId="14100"/>
          <ac:cxnSpMkLst>
            <pc:docMk/>
            <pc:sldMk cId="0" sldId="257"/>
            <ac:cxnSpMk id="30" creationId="{00000000-0000-0000-0000-000000000000}"/>
          </ac:cxnSpMkLst>
        </pc:cxnChg>
        <pc:cxnChg chg="mod">
          <ac:chgData name="Guest User" userId="S::urn:spo:tenantanon#40b11798-deba-4dd4-aa67-8c26f7b18b18::" providerId="AD" clId="Web-{F0E345E8-1800-B65B-3725-B020D1CDB0E5}" dt="2026-08-28T16:14:03.959" v="47" actId="1076"/>
          <ac:cxnSpMkLst>
            <pc:docMk/>
            <pc:sldMk cId="0" sldId="257"/>
            <ac:cxnSpMk id="31" creationId="{00000000-0000-0000-0000-000000000000}"/>
          </ac:cxnSpMkLst>
        </pc:cxnChg>
        <pc:cxnChg chg="mod">
          <ac:chgData name="Guest User" userId="S::urn:spo:tenantanon#40b11798-deba-4dd4-aa67-8c26f7b18b18::" providerId="AD" clId="Web-{F0E345E8-1800-B65B-3725-B020D1CDB0E5}" dt="2026-08-28T16:14:30.819" v="48" actId="14100"/>
          <ac:cxnSpMkLst>
            <pc:docMk/>
            <pc:sldMk cId="0" sldId="257"/>
            <ac:cxnSpMk id="33" creationId="{00000000-0000-0000-0000-000000000000}"/>
          </ac:cxnSpMkLst>
        </pc:cxnChg>
        <pc:cxnChg chg="add mod">
          <ac:chgData name="Guest User" userId="S::urn:spo:tenantanon#40b11798-deba-4dd4-aa67-8c26f7b18b18::" providerId="AD" clId="Web-{F0E345E8-1800-B65B-3725-B020D1CDB0E5}" dt="2026-08-28T16:17:20.115" v="74" actId="14100"/>
          <ac:cxnSpMkLst>
            <pc:docMk/>
            <pc:sldMk cId="0" sldId="257"/>
            <ac:cxnSpMk id="39" creationId="{F659D87C-EEC6-DE37-7D10-1D80336C416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3756"/>
                </a:solidFill>
              </a:defRPr>
            </a:pPr>
            <a:r>
              <a:t>DIAGRAMA DE FLUJO — INICIO DEL JUEGO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914400"/>
            <a:ext cx="182880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PANTALLA DE INICIO</a:t>
            </a:r>
            <a:br/>
            <a:r>
              <a:t>Guardianes del Reino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554480" cy="5943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MENÚ PRINCIPAL</a:t>
            </a:r>
          </a:p>
        </p:txBody>
      </p:sp>
      <p:sp>
        <p:nvSpPr>
          <p:cNvPr id="6" name="Diamond 5"/>
          <p:cNvSpPr/>
          <p:nvPr/>
        </p:nvSpPr>
        <p:spPr>
          <a:xfrm>
            <a:off x="6903720" y="841248"/>
            <a:ext cx="1508760" cy="749808"/>
          </a:xfrm>
          <a:prstGeom prst="diamond">
            <a:avLst/>
          </a:prstGeom>
          <a:solidFill>
            <a:srgbClr val="FFF2CC"/>
          </a:solidFill>
          <a:ln w="19050">
            <a:solidFill>
              <a:srgbClr val="EDB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F3756"/>
                </a:solidFill>
              </a:defRPr>
            </a:pPr>
            <a:r>
              <a:t>¿QUÉ OPCIÓN</a:t>
            </a:r>
            <a:br/>
            <a:r>
              <a:t>ELIGE?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1207008"/>
            <a:ext cx="45720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217920" y="1207008"/>
            <a:ext cx="68580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28800" y="2148840"/>
            <a:ext cx="1828800" cy="6858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1. TUTORIAL</a:t>
            </a:r>
            <a:br/>
            <a:r>
              <a:t>Consultar ayuda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148840"/>
            <a:ext cx="1965960" cy="685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3756"/>
                </a:solidFill>
              </a:defRPr>
            </a:pPr>
            <a:r>
              <a:t>2. JUGAR</a:t>
            </a:r>
            <a:br/>
            <a:r>
              <a:t>1 SOLO JUGADOR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148840"/>
            <a:ext cx="1371600" cy="685800"/>
          </a:xfrm>
          <a:prstGeom prst="roundRect">
            <a:avLst/>
          </a:prstGeom>
          <a:solidFill>
            <a:srgbClr val="F4CCC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3. SALIR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743200" y="1591056"/>
            <a:ext cx="4892040" cy="557784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623560" y="1591056"/>
            <a:ext cx="2011680" cy="557784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35240" y="1591056"/>
            <a:ext cx="822960" cy="557784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828800" y="3383280"/>
            <a:ext cx="1828800" cy="5486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VOLVER AL MENÚ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2834640"/>
            <a:ext cx="0" cy="54864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334011" y="1568883"/>
            <a:ext cx="1622539" cy="1796444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772400" y="3383280"/>
            <a:ext cx="1371600" cy="548640"/>
          </a:xfrm>
          <a:prstGeom prst="ellipse">
            <a:avLst/>
          </a:prstGeom>
          <a:solidFill>
            <a:srgbClr val="F4CCC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F3756"/>
                </a:solidFill>
              </a:defRPr>
            </a:pPr>
            <a:r>
              <a:t>FIN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58200" y="2834640"/>
            <a:ext cx="0" cy="54864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0" y="3383280"/>
            <a:ext cx="2011680" cy="6400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F3756"/>
                </a:solidFill>
              </a:defRPr>
            </a:pPr>
            <a:r>
              <a:t>JUGADOR ÚNICO</a:t>
            </a:r>
            <a:br/>
            <a:r>
              <a:t>(1 jugador)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577840" y="2834640"/>
            <a:ext cx="91440" cy="54864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0" y="4480560"/>
            <a:ext cx="2011680" cy="6400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F3756"/>
                </a:solidFill>
              </a:defRPr>
            </a:pPr>
            <a:r>
              <a:t>INICIAR PARTIDA</a:t>
            </a:r>
            <a:br/>
            <a:r>
              <a:t>iniciar_juego()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77840" y="4023360"/>
            <a:ext cx="0" cy="4572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79" y="4160520"/>
            <a:ext cx="2468880" cy="8686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B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PREPARACIÓN</a:t>
            </a:r>
            <a:br/>
            <a:r>
              <a:t>• Espada básica</a:t>
            </a:r>
            <a:br/>
            <a:r>
              <a:t>• Vidas limitadas</a:t>
            </a:r>
            <a:br/>
            <a:r>
              <a:t>• Nivel 1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583680" y="4572000"/>
            <a:ext cx="914399" cy="2286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9CD8123-A1D6-9C47-EE9B-097F4235ED15}"/>
              </a:ext>
            </a:extLst>
          </p:cNvPr>
          <p:cNvSpPr txBox="1"/>
          <p:nvPr/>
        </p:nvSpPr>
        <p:spPr>
          <a:xfrm>
            <a:off x="4821636" y="638110"/>
            <a:ext cx="140471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 err="1">
                <a:ea typeface="Calibri"/>
                <a:cs typeface="Calibri"/>
              </a:rPr>
              <a:t>Superpadre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D810E-9266-8C76-B3A9-A7DB74EED023}"/>
              </a:ext>
            </a:extLst>
          </p:cNvPr>
          <p:cNvSpPr txBox="1"/>
          <p:nvPr/>
        </p:nvSpPr>
        <p:spPr>
          <a:xfrm>
            <a:off x="1890053" y="1876359"/>
            <a:ext cx="140471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 err="1">
                <a:ea typeface="Calibri"/>
                <a:cs typeface="Calibri"/>
              </a:rPr>
              <a:t>Subhija</a:t>
            </a:r>
            <a:endParaRPr lang="en-US" dirty="0" err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56BFB6-020C-6A35-2D3E-518B41960EB2}"/>
              </a:ext>
            </a:extLst>
          </p:cNvPr>
          <p:cNvSpPr txBox="1"/>
          <p:nvPr/>
        </p:nvSpPr>
        <p:spPr>
          <a:xfrm>
            <a:off x="4832219" y="1876360"/>
            <a:ext cx="140471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 err="1">
                <a:ea typeface="Calibri"/>
                <a:cs typeface="Calibri"/>
              </a:rPr>
              <a:t>Subhija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18CBA-5BEA-5EE1-6E93-B40C6F67031D}"/>
              </a:ext>
            </a:extLst>
          </p:cNvPr>
          <p:cNvSpPr txBox="1"/>
          <p:nvPr/>
        </p:nvSpPr>
        <p:spPr>
          <a:xfrm>
            <a:off x="8409385" y="1876359"/>
            <a:ext cx="140471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 err="1">
                <a:ea typeface="Calibri"/>
                <a:cs typeface="Calibri"/>
              </a:rPr>
              <a:t>Subhija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809653-EC0D-56A3-34AE-ED2F2AF8EF39}"/>
              </a:ext>
            </a:extLst>
          </p:cNvPr>
          <p:cNvSpPr txBox="1"/>
          <p:nvPr/>
        </p:nvSpPr>
        <p:spPr>
          <a:xfrm>
            <a:off x="5858802" y="4247026"/>
            <a:ext cx="140471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 err="1">
                <a:ea typeface="Calibri"/>
                <a:cs typeface="Calibri"/>
              </a:rPr>
              <a:t>Subhija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3756"/>
                </a:solidFill>
              </a:defRPr>
            </a:pPr>
            <a:r>
              <a:t>DIAGRAMA DE FLUJO — PARTIDA PASO A PASO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1645920" cy="658368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NIVEL ACTUAL</a:t>
            </a:r>
            <a:br/>
            <a:r>
              <a:t>1 → 2 → … →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14600" y="914400"/>
            <a:ext cx="1828800" cy="658368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MOSTRAR ESTADO</a:t>
            </a:r>
            <a:br/>
            <a:r>
              <a:t>vidas • monedas • nivel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914400"/>
            <a:ext cx="1645920" cy="658368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MOSTRAR OPCIONES</a:t>
            </a:r>
          </a:p>
        </p:txBody>
      </p:sp>
      <p:sp>
        <p:nvSpPr>
          <p:cNvPr id="6" name="Diamond 5"/>
          <p:cNvSpPr/>
          <p:nvPr/>
        </p:nvSpPr>
        <p:spPr>
          <a:xfrm>
            <a:off x="7086600" y="822960"/>
            <a:ext cx="146304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EDB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F3756"/>
                </a:solidFill>
              </a:defRPr>
            </a:pPr>
            <a:r>
              <a:t>¿QUÉ HACE?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1243584"/>
            <a:ext cx="50292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343400" y="1243584"/>
            <a:ext cx="50292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92240" y="1243584"/>
            <a:ext cx="59436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331720"/>
            <a:ext cx="1828800" cy="868680"/>
          </a:xfrm>
          <a:prstGeom prst="roundRect">
            <a:avLst/>
          </a:prstGeom>
          <a:solidFill>
            <a:srgbClr val="F4CCC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ATACAR</a:t>
            </a:r>
            <a:br/>
            <a:r>
              <a:t>atacar()</a:t>
            </a:r>
            <a:br/>
            <a:r>
              <a:t>Calcular daño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331720"/>
            <a:ext cx="2011680" cy="8686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B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COMPRAR OBJETO</a:t>
            </a:r>
            <a:br/>
            <a:r>
              <a:t>comprar_objeto()</a:t>
            </a:r>
            <a:br/>
            <a:r>
              <a:t>Usar monedas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331720"/>
            <a:ext cx="1828800" cy="868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VER ESTADO</a:t>
            </a:r>
            <a:br/>
            <a:r>
              <a:t>mostrar_estado()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331720"/>
            <a:ext cx="1645920" cy="8686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AVANZAR</a:t>
            </a:r>
            <a:br/>
            <a:r>
              <a:t>DE NIVEL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828800" y="1645920"/>
            <a:ext cx="598932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663440" y="1645920"/>
            <a:ext cx="315468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406640" y="1645920"/>
            <a:ext cx="41148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1645920"/>
            <a:ext cx="219456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3886200"/>
            <a:ext cx="1828800" cy="731520"/>
          </a:xfrm>
          <a:prstGeom prst="roundRect">
            <a:avLst/>
          </a:prstGeom>
          <a:solidFill>
            <a:srgbClr val="F4CCC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RESULTADO DEL ATAQUE</a:t>
            </a:r>
            <a:br/>
            <a:r>
              <a:t>Daño al enemigo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3200400"/>
            <a:ext cx="0" cy="6858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mond 19"/>
          <p:cNvSpPr/>
          <p:nvPr/>
        </p:nvSpPr>
        <p:spPr>
          <a:xfrm>
            <a:off x="3840480" y="3749039"/>
            <a:ext cx="173736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EDB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¿HAY SUFICIENTES</a:t>
            </a:r>
            <a:br/>
            <a:r>
              <a:t>MONEDAS?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63440" y="3200400"/>
            <a:ext cx="0" cy="548639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43200" y="5029200"/>
            <a:ext cx="1737360" cy="7772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3756"/>
                </a:solidFill>
              </a:defRPr>
            </a:pPr>
            <a:r>
              <a:t>SÍ → Comprar</a:t>
            </a:r>
            <a:br/>
            <a:r>
              <a:t>arma, escudo,</a:t>
            </a:r>
            <a:br/>
            <a:r>
              <a:t>armadura o poción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5029200"/>
            <a:ext cx="1554480" cy="777240"/>
          </a:xfrm>
          <a:prstGeom prst="roundRect">
            <a:avLst/>
          </a:prstGeom>
          <a:solidFill>
            <a:srgbClr val="F4CCC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3756"/>
                </a:solidFill>
              </a:defRPr>
            </a:pPr>
            <a:r>
              <a:t>NO → No comprar</a:t>
            </a:r>
            <a:br/>
            <a:r>
              <a:t>y volver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611880" y="4572000"/>
            <a:ext cx="640080" cy="4572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74920" y="4572000"/>
            <a:ext cx="548640" cy="4572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9144000" y="3749039"/>
            <a:ext cx="1737360" cy="822960"/>
          </a:xfrm>
          <a:prstGeom prst="diamond">
            <a:avLst/>
          </a:prstGeom>
          <a:solidFill>
            <a:srgbClr val="FFF2CC"/>
          </a:solidFill>
          <a:ln w="19050">
            <a:solidFill>
              <a:srgbClr val="EDB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1F3756"/>
                </a:solidFill>
              </a:defRPr>
            </a:pPr>
            <a:r>
              <a:t>¿COMPLETÓ</a:t>
            </a:r>
            <a:br/>
            <a:r>
              <a:t>LOS 10 NIVELES?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12680" y="3200400"/>
            <a:ext cx="0" cy="548639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554816" y="5057954"/>
            <a:ext cx="2233667" cy="748486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3756"/>
                </a:solidFill>
              </a:defRPr>
            </a:pPr>
            <a:r>
              <a:t>NO → SIGUIENTE NIVEL</a:t>
            </a:r>
            <a:br/>
            <a:r>
              <a:t>Aumenta la dificultad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9829800" y="4572000"/>
            <a:ext cx="182880" cy="45720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530194" y="5499511"/>
            <a:ext cx="1995867" cy="1437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501442" y="1558391"/>
            <a:ext cx="1" cy="3797347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144000" y="5989320"/>
            <a:ext cx="2103120" cy="548640"/>
          </a:xfrm>
          <a:prstGeom prst="ellipse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50" b="1">
                <a:solidFill>
                  <a:srgbClr val="1F3756"/>
                </a:solidFill>
              </a:defRPr>
            </a:pPr>
            <a:r>
              <a:t>SÍ → FINAL</a:t>
            </a:r>
            <a:br/>
            <a:r>
              <a:t>Recuperar reliquias y</a:t>
            </a:r>
            <a:br/>
            <a:r>
              <a:t>derrotar al enemigo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760304" y="4255697"/>
            <a:ext cx="151538" cy="181988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4B0BFD6-4F5D-A818-526C-9881DE415EF7}"/>
              </a:ext>
            </a:extLst>
          </p:cNvPr>
          <p:cNvSpPr txBox="1"/>
          <p:nvPr/>
        </p:nvSpPr>
        <p:spPr>
          <a:xfrm>
            <a:off x="3050347" y="4572585"/>
            <a:ext cx="3958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Si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F8CF55-4275-D95D-AFB7-A8DE4ABBA1D8}"/>
              </a:ext>
            </a:extLst>
          </p:cNvPr>
          <p:cNvSpPr txBox="1"/>
          <p:nvPr/>
        </p:nvSpPr>
        <p:spPr>
          <a:xfrm>
            <a:off x="5667025" y="4543830"/>
            <a:ext cx="5539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921749-EF68-EAAF-5788-155C66D5CE2B}"/>
              </a:ext>
            </a:extLst>
          </p:cNvPr>
          <p:cNvSpPr txBox="1"/>
          <p:nvPr/>
        </p:nvSpPr>
        <p:spPr>
          <a:xfrm>
            <a:off x="8643139" y="6082208"/>
            <a:ext cx="3958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Si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510F49-50B4-9CA8-6B6E-06E9AAA34D67}"/>
              </a:ext>
            </a:extLst>
          </p:cNvPr>
          <p:cNvSpPr txBox="1"/>
          <p:nvPr/>
        </p:nvSpPr>
        <p:spPr>
          <a:xfrm>
            <a:off x="8082421" y="4946395"/>
            <a:ext cx="5539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No</a:t>
            </a:r>
          </a:p>
        </p:txBody>
      </p:sp>
      <p:cxnSp>
        <p:nvCxnSpPr>
          <p:cNvPr id="39" name="Connector 24">
            <a:extLst>
              <a:ext uri="{FF2B5EF4-FFF2-40B4-BE49-F238E27FC236}">
                <a16:creationId xmlns:a16="http://schemas.microsoft.com/office/drawing/2014/main" id="{F659D87C-EEC6-DE37-7D10-1D80336C416B}"/>
              </a:ext>
            </a:extLst>
          </p:cNvPr>
          <p:cNvCxnSpPr>
            <a:cxnSpLocks/>
          </p:cNvCxnSpPr>
          <p:nvPr/>
        </p:nvCxnSpPr>
        <p:spPr>
          <a:xfrm flipV="1">
            <a:off x="11070280" y="3965276"/>
            <a:ext cx="893693" cy="2159478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9CEE51F-1686-0CB9-A6CC-388EB417A421}"/>
              </a:ext>
            </a:extLst>
          </p:cNvPr>
          <p:cNvSpPr/>
          <p:nvPr/>
        </p:nvSpPr>
        <p:spPr>
          <a:xfrm>
            <a:off x="11136701" y="3397657"/>
            <a:ext cx="1055299" cy="548640"/>
          </a:xfrm>
          <a:prstGeom prst="ellipse">
            <a:avLst/>
          </a:prstGeom>
          <a:solidFill>
            <a:srgbClr val="F4CCCC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1F3756"/>
                </a:solidFill>
              </a:defRPr>
            </a:pPr>
            <a:r>
              <a:t>FIN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FF5C51-6044-65E2-B1B9-AD752464652D}"/>
              </a:ext>
            </a:extLst>
          </p:cNvPr>
          <p:cNvSpPr txBox="1"/>
          <p:nvPr/>
        </p:nvSpPr>
        <p:spPr>
          <a:xfrm>
            <a:off x="8141033" y="826000"/>
            <a:ext cx="140471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 err="1">
                <a:ea typeface="Calibri"/>
                <a:cs typeface="Calibri"/>
              </a:rPr>
              <a:t>Superpadre</a:t>
            </a:r>
            <a:endParaRPr lang="en-US" sz="12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Victoria Samayoa</dc:creator>
  <cp:keywords/>
  <dc:description>generated using python-pptx</dc:description>
  <cp:revision>23</cp:revision>
  <dcterms:created xsi:type="dcterms:W3CDTF">2013-01-27T09:14:16Z</dcterms:created>
  <dcterms:modified xsi:type="dcterms:W3CDTF">2026-08-31T23:56:45Z</dcterms:modified>
  <cp:category/>
</cp:coreProperties>
</file>